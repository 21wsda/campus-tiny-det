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 15 秒：一句话说清做了什么、数字是多少。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对应答辩三句第 1 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对应答辩三句第 2 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对应答辩三句第 3 句。FPS 口径：measure_speed.py 单张循环、构造图。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D9480F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8FB6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AIC 技术方案 · 2026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960120" y="1783080"/>
            <a:ext cx="9601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面向校园监控的</a:t>
            </a:r>
            <a:endParaRPr lang="en-US" sz="40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轻量小目标检测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60120" y="35204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8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只改 YOLOv8n 的颈部：接入 P2 高分辨率特征 + 可学习加权融合；骨干与检测头不动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4206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8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mAP50  </a:t>
            </a:r>
            <a:pPr indent="0" marL="0">
              <a:buNone/>
            </a:pPr>
            <a:r>
              <a:rPr lang="en-US" sz="2600" b="1" dirty="0">
                <a:solidFill>
                  <a:srgbClr val="F2A6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0.929 → 0.936</a:t>
            </a:r>
            <a:pPr indent="0" marL="0">
              <a:buNone/>
            </a:pPr>
            <a:r>
              <a:rPr lang="en-US" sz="1400" dirty="0">
                <a:solidFill>
                  <a:srgbClr val="C9D8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  参数 </a:t>
            </a:r>
            <a:pPr indent="0" marL="0">
              <a:buNone/>
            </a:pPr>
            <a:r>
              <a:rPr lang="en-US" sz="2600" b="1" dirty="0">
                <a:solidFill>
                  <a:srgbClr val="F2A65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2.93M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B6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 val 集 · 同一 imgsz=640 · FPS 同机测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5D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漏在哪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后排学生只有十几像素，官方 n 基本漏掉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960120" cy="50292"/>
          </a:xfrm>
          <a:prstGeom prst="rect">
            <a:avLst/>
          </a:prstGeom>
          <a:solidFill>
            <a:srgbClr val="D9480F"/>
          </a:solidFill>
          <a:ln/>
        </p:spPr>
      </p:sp>
      <p:pic>
        <p:nvPicPr>
          <p:cNvPr id="5" name="Image 0" descr="/Users/shorekeeper/Desktop/aic比赛  边缘端轻量化小目标检测”/campus-tiny-det/docs/figures/failure_p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506" y="1481328"/>
            <a:ext cx="5472684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65099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失败一页：官方 YOLOv8n 的漏检举例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446520" y="1481328"/>
            <a:ext cx="5166360" cy="1371600"/>
          </a:xfrm>
          <a:prstGeom prst="roundRect">
            <a:avLst>
              <a:gd name="adj" fmla="val 4000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647688" y="1664208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48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92.4%</a:t>
            </a:r>
            <a:pPr indent="0" marL="0">
              <a:buNone/>
            </a:pPr>
            <a:r>
              <a:rPr lang="en-US" sz="1400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 的目标框宽度不到 32 像素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647688" y="22860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这是典型的小目标场景，不是拍摄质量问题。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46520" y="3108960"/>
            <a:ext cx="5166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后排约 20 像素的头，在最小画框层上只占 1～2 个格子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位置信息几乎被缩没 → 会漏，框也会飘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把模型换大能改善一部分，但参数量和计算量一起涨，边缘设备跑不动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66928" y="64465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面向校园监控的轻量小目标检测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0" y="6446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5D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漏在哪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根因：最小步长是 8，而小头还在步长 4 那一层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960120" cy="50292"/>
          </a:xfrm>
          <a:prstGeom prst="rect">
            <a:avLst/>
          </a:prstGeom>
          <a:solidFill>
            <a:srgbClr val="D9480F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65836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005840"/>
                <a:gridCol w="237744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层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步长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640 输入时特征图边长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约 20 像素的头占几格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P2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160 × 160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约 5 格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P3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8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80 × 80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约 1～2 格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P4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16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40 × 40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不到 1 格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P5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32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20 × 20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几乎没有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44348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5D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官方检测头只接 P3/P4/P5：小头还在的那一层，没参与画框。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" y="489204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更浅、更清晰的 P2（步长 4）骨干已经算出来了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融合只做 Concat：浅层管位置、深层管类别，没有按目标大小加权</a:t>
            </a:r>
            <a:endParaRPr lang="en-US" sz="1300" dirty="0"/>
          </a:p>
        </p:txBody>
      </p:sp>
      <p:pic>
        <p:nvPicPr>
          <p:cNvPr id="8" name="Image 0" descr="/Users/shorekeeper/Desktop/aic比赛  边缘端轻量化小目标检测”/campus-tiny-det/docs/figures/box_size_h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1673352"/>
            <a:ext cx="4251960" cy="11338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60920" y="288036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目标框尺寸分布（宽 / 高 / 对角线，单位 px）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7360920" y="3383280"/>
            <a:ext cx="4251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漏检首先来自步长太大、融合太晚，不是骨干不够深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所以结论是：只改颈部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566928" y="64465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面向校园监控的轻量小目标检测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155680" y="6446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5D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改了哪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只改颈部两处，骨干和检测头不动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960120" cy="50292"/>
          </a:xfrm>
          <a:prstGeom prst="rect">
            <a:avLst/>
          </a:prstGeom>
          <a:solidFill>
            <a:srgbClr val="D9480F"/>
          </a:solidFill>
          <a:ln/>
        </p:spPr>
      </p:sp>
      <p:pic>
        <p:nvPicPr>
          <p:cNvPr id="5" name="Image 0" descr="/Users/shorekeeper/Desktop/aic比赛  边缘端轻量化小目标检测”/campus-tiny-det/docs/figures/neck_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76893"/>
            <a:ext cx="6858000" cy="37271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99248" y="1554480"/>
            <a:ext cx="3913632" cy="4572000"/>
          </a:xfrm>
          <a:prstGeom prst="roundRect">
            <a:avLst>
              <a:gd name="adj" fmla="val 1402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900416" y="178308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5D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改动一：接入 P2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900416" y="21488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检测头从三个尺度改为四个尺度，最小检测步长 8 → 4。配置沿用官方 yolov8-p2.yaml，不手搓层号。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900416" y="32004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5D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改动二：Concat → 加权融合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00416" y="356616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特征图对齐之后，把通道拼接换成可学习加权求和，只替换融合层，不改 Conv / C2f。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900416" y="55778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图：骨干 → 颈部（红圈为接入 P2）→ 检测头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66928" y="64465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面向校园监控的轻量小目标检测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155680" y="6446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5D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改了哪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加权融合：让每层按目标大小贡献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960120" cy="50292"/>
          </a:xfrm>
          <a:prstGeom prst="rect">
            <a:avLst/>
          </a:prstGeom>
          <a:solidFill>
            <a:srgbClr val="D9480F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00200"/>
            <a:ext cx="11064240" cy="1600200"/>
          </a:xfrm>
          <a:prstGeom prst="roundRect">
            <a:avLst>
              <a:gd name="adj" fmla="val 3429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20116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2A65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 = Σ wᵢ Xᵢ ,   wᵢ ≥ 0 ,   Σ wᵢ = 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66928" y="352044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48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Xᵢ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4315968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已经对齐、通道数相同的输入特征图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34256" y="352044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48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wᵢ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90288" y="4315968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可学习权重，训练时用 softmax 保证非负且和为 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01584" y="352044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57616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D948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实现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57616" y="4315968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yaml 仍写标准 Concat 让 ultralytics 建图，训练前替换为加权模块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5D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只改融合，不改 Conv / C2f，不换骨干。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64465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面向校园监控的轻量小目标检测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55680" y="6446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5D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数是多少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教室数据：接上 P2 拿到主要收益，参数反而略降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960120" cy="50292"/>
          </a:xfrm>
          <a:prstGeom prst="rect">
            <a:avLst/>
          </a:prstGeom>
          <a:solidFill>
            <a:srgbClr val="D9480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554480"/>
                <a:gridCol w="1737360"/>
                <a:gridCol w="1554480"/>
                <a:gridCol w="1463040"/>
                <a:gridCol w="155448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方法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mAP50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mAP50-95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参数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FLOPs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FPS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yolov8n（官方）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0.929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0.416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3.0 M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8.2 G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233.14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+ P2（主要改动）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0.936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0.425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2.93 M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12.2 G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199.01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+ 加权融合（完整方法）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0.933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0.421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3.31 M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13.9 G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156.77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对比：yolov8s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0.940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0.433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11.13 M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28.4 G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228.51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对比：yolov5nu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0.921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0.412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2.50 M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7.1 G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226.87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61772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8006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 P2：mAP50 0.929 → 0.936，参数量 3.0 M → 2.93 M（略降），代价是 FPS 233 → 199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再加权：0.933，没有超过只接 P2，FPS 199 → 157 —— 我们如实报告，不当成增益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不用 yolov8s：它 mAP50 0.940，但要 11.13 M 参数、28.4 G FLOPs（约为 P2 方案的 3.8 倍）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66928" y="64465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面向校园监控的轻量小目标检测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155680" y="6446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5D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数是多少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同一张图：官方漏的，接上 P2 就框住了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960120" cy="50292"/>
          </a:xfrm>
          <a:prstGeom prst="rect">
            <a:avLst/>
          </a:prstGeom>
          <a:solidFill>
            <a:srgbClr val="D9480F"/>
          </a:solidFill>
          <a:ln/>
        </p:spPr>
      </p:sp>
      <p:pic>
        <p:nvPicPr>
          <p:cNvPr id="5" name="Image 0" descr="/Users/shorekeeper/Desktop/aic比赛  边缘端轻量化小目标检测”/campus-tiny-det/docs/figures/cmp_n_vs_p2/PartA_000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1508760"/>
            <a:ext cx="5303520" cy="2651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42245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左：官方 yolov8n　|　右：接入 P2 后</a:t>
            </a:r>
            <a:endParaRPr lang="en-US" sz="1150" dirty="0"/>
          </a:p>
        </p:txBody>
      </p:sp>
      <p:pic>
        <p:nvPicPr>
          <p:cNvPr id="7" name="Image 1" descr="/Users/shorekeeper/Desktop/aic比赛  边缘端轻量化小目标检测”/campus-tiny-det/docs/figures/cmp_n_p2_fuse/PartA_00043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948" y="4572000"/>
            <a:ext cx="8458200" cy="1691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66928" y="629107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　|　P2　|　完整方法（三列对比）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566928" y="64465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面向校园监控的轻量小目标检测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55680" y="6446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5D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补充验证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远景场景（TinyPerson）：如实报告，没有涨点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960120" cy="50292"/>
          </a:xfrm>
          <a:prstGeom prst="rect">
            <a:avLst/>
          </a:prstGeom>
          <a:solidFill>
            <a:srgbClr val="D9480F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00200"/>
          <a:ext cx="676656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234440"/>
                <a:gridCol w="1280160"/>
                <a:gridCol w="114300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方法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mAP50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mAP50-95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参数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yolov8n（官方）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0.127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0.0367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3.0 M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完整方法（P2 + 加权融合）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0.124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0.0363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12263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3.31 M</a:t>
                      </a:r>
                      <a:endParaRPr lang="en-US" sz="13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384048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同一套配置、同样 100 epoch、同样 imgsz=640，只换数据集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TinyPerson 目标更小更密集，是公开数据里最极端的一档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结果基本持平（-0.003），我们把它写成方法边界，不当成绩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7680960" y="1600200"/>
            <a:ext cx="3931920" cy="3566160"/>
          </a:xfrm>
          <a:prstGeom prst="roundRect">
            <a:avLst>
              <a:gd name="adj" fmla="val 1538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0956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5D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这说明什么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909560" y="2212848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极端远景小目标，对 3M 量级的轻量模型是超纲的：只改颈部不足以解决。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要上岗还得用本校远端监控画面重新标数据、重新微调 —— 这一步我们没有做，也不宣称做了。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909560" y="43159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480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教室数据上的提升，才是本方案的主要证据。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" y="64465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面向校园监控的轻量小目标检测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155680" y="6446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5D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边界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三个必须说清楚的地方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960120" cy="50292"/>
          </a:xfrm>
          <a:prstGeom prst="rect">
            <a:avLst/>
          </a:prstGeom>
          <a:solidFill>
            <a:srgbClr val="D9480F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0020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00200"/>
            <a:ext cx="64008" cy="1280160"/>
          </a:xfrm>
          <a:prstGeom prst="rect">
            <a:avLst/>
          </a:prstGeom>
          <a:solidFill>
            <a:srgbClr val="D9480F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4650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主要贡献是 P2，不是加权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接 P2 带来 +0.007 mAP50；加权融合为 0.933，未超过 P2，我们把主要贡献记在 P2 上。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66928" y="306324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66928" y="3063240"/>
            <a:ext cx="64008" cy="1280160"/>
          </a:xfrm>
          <a:prstGeom prst="rect">
            <a:avLst/>
          </a:prstGeom>
          <a:solidFill>
            <a:srgbClr val="D9480F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20954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FPS 有口径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3611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measure_speed.py 用构造图、单张循环；yolo val 的真实吞吐含 NMS，约为前者的 1/2～1/3。两者不可直接比较。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4526280"/>
            <a:ext cx="11064240" cy="1280160"/>
          </a:xfrm>
          <a:prstGeom prst="roundRect">
            <a:avLst>
              <a:gd name="adj" fmla="val 4286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6928" y="4526280"/>
            <a:ext cx="64008" cy="1280160"/>
          </a:xfrm>
          <a:prstGeom prst="rect">
            <a:avLst/>
          </a:prstGeom>
          <a:solidFill>
            <a:srgbClr val="D9480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672584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未跨机型验证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5074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所有 FPS 在同一台 RTX 5090 D 上测；换机器复现时 mAP 稳定，FPS 会有 ±5% 波动。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66928" y="64465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面向校园监控的轻量小目标检测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55680" y="6446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C5D9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复现与交付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576072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陌生人按 README 能跑通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261872"/>
            <a:ext cx="960120" cy="50292"/>
          </a:xfrm>
          <a:prstGeom prst="rect">
            <a:avLst/>
          </a:prstGeom>
          <a:solidFill>
            <a:srgbClr val="D9480F"/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600200"/>
            <a:ext cx="3566160" cy="1051560"/>
          </a:xfrm>
          <a:prstGeom prst="roundRect">
            <a:avLst>
              <a:gd name="adj" fmla="val 5217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72821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复现 mAP50（官方 n）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68096" y="1984248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6B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0.931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315968" y="1600200"/>
            <a:ext cx="3566160" cy="1051560"/>
          </a:xfrm>
          <a:prstGeom prst="roundRect">
            <a:avLst>
              <a:gd name="adj" fmla="val 5217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17136" y="172821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复现 FPS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17136" y="1984248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224.4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8065008" y="1600200"/>
            <a:ext cx="3566160" cy="1051560"/>
          </a:xfrm>
          <a:prstGeom prst="roundRect">
            <a:avLst>
              <a:gd name="adj" fmla="val 5217"/>
            </a:avLst>
          </a:prstGeom>
          <a:solidFill>
            <a:srgbClr val="F4F8FB"/>
          </a:solidFill>
          <a:ln w="12700">
            <a:solidFill>
              <a:srgbClr val="F4F8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66176" y="1728216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权重参数量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66176" y="1984248"/>
            <a:ext cx="3163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3.0 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66928" y="297180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9/29 在另一台机器换目录按 README 走通 val，数字与 csv 一致（版本差异 ±0.002）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仓库含五个教室权重、两个 TinyPerson 权重的说明与数据链接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2263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fuse 推理必须用 scripts/predict_fuse.py，否则加权层会退化成普通 Concat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66928" y="452628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2263A"/>
          </a:solidFill>
          <a:ln w="12700">
            <a:solidFill>
              <a:srgbClr val="1226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800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可复现 · 可交付 · 数字可追溯（全部来自 docs/实验记录.csv）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66928" y="644652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面向校园监控的轻量小目标检测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55680" y="644652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C8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面向校园监控的轻量小目标检测</dc:title>
  <dc:subject>PptxGenJS Presentation</dc:subject>
  <dc:creator>campus-tiny-det</dc:creator>
  <cp:lastModifiedBy>campus-tiny-det</cp:lastModifiedBy>
  <cp:revision>1</cp:revision>
  <dcterms:created xsi:type="dcterms:W3CDTF">2026-09-30T01:35:29Z</dcterms:created>
  <dcterms:modified xsi:type="dcterms:W3CDTF">2026-09-30T01:35:29Z</dcterms:modified>
</cp:coreProperties>
</file>